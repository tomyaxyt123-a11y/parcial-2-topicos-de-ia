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13753-C36B-A683-15D6-4FA3713B1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4B275E-90EF-AA74-4B3B-25388D00B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BA8FFF-960F-7A35-537E-0BE01578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2ADB51-228A-F397-5B68-A10AB539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FD123-6176-F9DA-3670-424B5E6B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751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C38BE-F10B-8755-C41E-FADB5628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66A60F-EF73-4D1F-2D09-7DA8D8F8A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BCF659-ECAA-8B5C-A9F2-9A5F87E5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99EABD-4240-5CA9-D10C-78585F89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97074E-6E51-12F0-E32A-0EE77278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573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86AC4-01BD-D75B-7C33-165A810B5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011B82-DFAA-A00A-AD6C-9BA698FAE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E69A8-A839-CE3B-2686-462D3310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0DD7AC-C915-4CA0-0FBA-8C36C0E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93A19-8FFA-0CB7-3ECC-333C0F14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572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8BC71-6292-E9EF-E535-AE29ADACF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96D068-A6E1-602F-C54A-A7323C004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1D998F-B835-89C1-8254-D1A832A0B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E57C49-F82F-A7B0-D157-76D18561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5DA7EF-2C50-36AA-5FD7-E638B73A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213B9E-1D04-1D50-74F7-FADDF3E8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757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14C69-296B-FAC3-6CD3-063B2F3B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A1ED3A-2B2C-F819-DF1D-86DFFC82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85C9E4-598B-81B2-6DD5-AE27C582D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91E1FC-6E71-24A4-756B-18C4C7081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869801-081A-CB74-7671-1C9ECF359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97D471-F074-AB38-E612-4CC4579F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EB65B27-2ED3-F2FD-4262-A68EB93D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ED850B-DAD6-1DC8-F1D9-BCF254F7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667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CE753-6132-F762-13C7-E5A36138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C78360-46FF-B590-246E-87D6C357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9DE1E-ADD5-82C8-8974-B17575BA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E5B853-0EC4-BDD3-2B8C-9FBF9758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491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EFA2FB-F53D-D88C-31D3-052B51B3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72FD24-51B9-2C0D-C9C9-BD2B94FE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DC06D5-A4B1-5376-B141-224D8670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569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FF36D-3878-3314-F5AC-3AC537C3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3385F5-F81A-EB5C-7634-886F24D5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A93078-1019-036D-391B-5328FF7D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E8A8A0-FAFB-6146-F4CB-603AC619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023976-249F-789A-3FB8-2104D5A9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060022-7199-6668-0BAE-9A37959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091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90878-C0C8-8509-B9FB-8DBDBC66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5313A2-EAF0-B6AF-AF0C-7D2D37953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BF4CA9-C21F-C9AC-EA68-C464CD346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6F9933-4B2A-3805-8A74-4CCD5016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D7E70-ADC2-C5FD-E132-41F97E07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8312B8-4741-A2F2-EE51-3EBF54A7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8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00F8E-929D-ED91-EE6C-7C580287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272518-3971-3531-7A1C-8F26E7754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F6628-97AF-BAF0-1941-0A35F30E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8E85E-8A71-E56B-6A75-24A43DC8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E8D892-0F6F-CFE1-EF1D-A7790447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374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C13885-0407-D9BB-F3F9-CC0B429FB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9F763D-8983-F18A-5D11-0555323C7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B623DF-CC99-B8D7-017C-C2B50F28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07B39-A8C9-F8BE-D33F-3022DAE9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524DB-0E46-BA6B-B026-707FFDC3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150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3D3F64-9616-1BDA-E43E-A3CAB854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CF67CA-ED39-19A4-ED65-5E4E9A9D8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6181A9-C4E6-67F5-961B-880EAA41A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3C48A-39D6-4C92-A3F6-BD88C2E47A9D}" type="datetimeFigureOut">
              <a:rPr lang="es-CO" smtClean="0"/>
              <a:t>30/09/2026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006DA-AAFD-CF4C-057D-532F8CFEF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264F73-7D81-912F-C61F-22A997C09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E7FE6-1A66-4B2D-8EC7-E35598E95F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800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798267E5-8F92-0211-87E4-1D4782A172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" y="0"/>
            <a:ext cx="12191999" cy="6858000"/>
          </a:xfrm>
          <a:prstGeom prst="rect">
            <a:avLst/>
          </a:prstGeom>
        </p:spPr>
      </p:pic>
      <p:sp>
        <p:nvSpPr>
          <p:cNvPr id="4" name="Cuadro de texto 2">
            <a:extLst>
              <a:ext uri="{FF2B5EF4-FFF2-40B4-BE49-F238E27FC236}">
                <a16:creationId xmlns:a16="http://schemas.microsoft.com/office/drawing/2014/main" id="{459EBD71-F0C6-CC21-FD15-663559997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07" y="793830"/>
            <a:ext cx="7419975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CO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CORPORACI</a:t>
            </a:r>
            <a:r>
              <a:rPr kumimoji="0" lang="es-ES" altLang="es-CO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kumimoji="0" lang="es-ES" altLang="es-CO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 UNIVERSITARIA LASALLISTA</a:t>
            </a:r>
            <a:br>
              <a:rPr kumimoji="0" lang="es-ES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 PERSONER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 JUR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DICA RECONOCIDA MEDIANTE RESOLUCI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 9887 DE 1983, EXPEDIDA POR EL MINISTERIO DE EDUCACI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kumimoji="0" lang="es-ES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 NACIONAL DE COLOMBIA </a:t>
            </a:r>
            <a:endParaRPr kumimoji="0" lang="es-ES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FCDB8D6D-D9F4-A440-D6C8-A09F977D5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08" y="1701551"/>
            <a:ext cx="7419975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CO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FACULTAD DE INGENIERÍAS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CO" b="1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OTORTGA el &lt;PROMEDIO&gt; A:</a:t>
            </a:r>
            <a:endParaRPr lang="es-ES" altLang="es-CO" b="1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64A02853-EABD-8DF3-5838-CE29F44B4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07" y="2760489"/>
            <a:ext cx="74199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CO" sz="2800" b="1" dirty="0">
                <a:solidFill>
                  <a:schemeClr val="accent1">
                    <a:lumMod val="75000"/>
                  </a:schemeClr>
                </a:solidFill>
                <a:latin typeface="Vijaya" panose="02020604020202020204" pitchFamily="18" charset="0"/>
                <a:ea typeface="Calibri" panose="020F0502020204030204" pitchFamily="34" charset="0"/>
                <a:cs typeface="Vijaya" panose="02020604020202020204" pitchFamily="18" charset="0"/>
              </a:rPr>
              <a:t> &lt;NOMBRE&gt;</a:t>
            </a:r>
            <a:endParaRPr kumimoji="0" lang="es-ES" altLang="es-CO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7D19369F-1CBB-3F07-C886-720271DC1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255" y="3429000"/>
            <a:ext cx="74199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Por su gran trabajo en la </a:t>
            </a:r>
            <a:r>
              <a:rPr lang="es-ES" sz="1600" b="1" dirty="0"/>
              <a:t>Jornada Ingenio, Ciencia y Tecnología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b="1" dirty="0"/>
              <a:t> INCIETEC 02-2026</a:t>
            </a:r>
            <a:endParaRPr kumimoji="0" lang="es-ES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716C7A26-D633-BF2B-2DD1-DA26B745F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842" y="5532611"/>
            <a:ext cx="28448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</a:t>
            </a:r>
            <a:br>
              <a:rPr kumimoji="0" lang="pt-PT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pt-PT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</a:t>
            </a:r>
            <a:r>
              <a:rPr kumimoji="0" lang="pt-PT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lvaro Arango Ruiz</a:t>
            </a:r>
            <a:endParaRPr kumimoji="0" lang="pt-PT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Decano Faculdad de Ingenier</a:t>
            </a:r>
            <a:r>
              <a:rPr kumimoji="0" lang="pt-PT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</a:t>
            </a:r>
            <a:r>
              <a:rPr kumimoji="0" lang="pt-PT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endParaRPr kumimoji="0" lang="pt-PT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Unilasallista</a:t>
            </a:r>
            <a:endParaRPr kumimoji="0" lang="pt-PT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128F7C-8A25-72CD-DCB2-C54617DF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405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26BAFCBC-8954-3183-9B0A-CAC8E4FCB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668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			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2A812F-8D0E-49E6-3B10-F4099B5196AF}"/>
              </a:ext>
            </a:extLst>
          </p:cNvPr>
          <p:cNvSpPr txBox="1"/>
          <p:nvPr/>
        </p:nvSpPr>
        <p:spPr>
          <a:xfrm>
            <a:off x="2779726" y="4156150"/>
            <a:ext cx="6659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Por la MODALIDAD &lt;CURSO&gt;</a:t>
            </a:r>
            <a:r>
              <a:rPr lang="es-ES" sz="1600" dirty="0"/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65D0F7F-0430-3AA7-A2A6-AC4A26CDE2C1}"/>
              </a:ext>
            </a:extLst>
          </p:cNvPr>
          <p:cNvSpPr txBox="1"/>
          <p:nvPr/>
        </p:nvSpPr>
        <p:spPr>
          <a:xfrm>
            <a:off x="1119985" y="4466225"/>
            <a:ext cx="9952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425" marR="122555" algn="ctr">
              <a:spcBef>
                <a:spcPts val="915"/>
              </a:spcBef>
              <a:buNone/>
            </a:pP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Entregado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en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el</a:t>
            </a:r>
            <a:r>
              <a:rPr lang="es-ES" sz="1800" spc="-5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Municipio</a:t>
            </a:r>
            <a:r>
              <a:rPr lang="es-ES" sz="1800" spc="-5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de</a:t>
            </a:r>
            <a:r>
              <a:rPr lang="es-ES" sz="1800" spc="-6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Caldas,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Antioquia</a:t>
            </a:r>
            <a:r>
              <a:rPr lang="es-ES" sz="1800" spc="-6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Colombia</a:t>
            </a:r>
            <a:r>
              <a:rPr lang="es-ES" sz="1800" spc="-7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el</a:t>
            </a:r>
            <a:r>
              <a:rPr lang="es-ES" sz="1800" spc="-6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día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13</a:t>
            </a:r>
            <a:r>
              <a:rPr lang="es-ES" sz="1800" spc="-5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de</a:t>
            </a:r>
            <a:r>
              <a:rPr lang="es-ES" sz="1800" spc="-6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noviembre</a:t>
            </a:r>
            <a:r>
              <a:rPr lang="es-ES" sz="1800" spc="-6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del</a:t>
            </a:r>
            <a:r>
              <a:rPr lang="es-ES" sz="1800" spc="-65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sz="1800" spc="-20" dirty="0">
                <a:effectLst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2026</a:t>
            </a:r>
            <a:endParaRPr lang="es-CO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887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90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Montserrat</vt:lpstr>
      <vt:lpstr>Verdana</vt:lpstr>
      <vt:lpstr>Vijaya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Feibert Alirio Guzmán Pérez</dc:creator>
  <cp:lastModifiedBy>Feibert Alirio Guzman Perez</cp:lastModifiedBy>
  <cp:revision>9</cp:revision>
  <dcterms:created xsi:type="dcterms:W3CDTF">2025-11-19T16:49:22Z</dcterms:created>
  <dcterms:modified xsi:type="dcterms:W3CDTF">2026-09-30T18:53:49Z</dcterms:modified>
</cp:coreProperties>
</file>